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7228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7744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중심극한정리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Limit Theorem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비대칭 모집단에서도 표본평균의 분포는 정규분포에 가까워지는가?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1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2 · 중심극한정리 실습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제기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FAECE7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4592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현실의 데이터는 대부분 정규분포가 아닙니다.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구매 금액, 대기 시간 같은 데이터는 한쪽으로 치우친(오른쪽 꼬리가 긴) 지수분포 모양을 보입니다.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이런 비대칭 데이터로도 통계적 추정(신뢰구간, 가설검정)을 할 수 있을까?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451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모집단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지수분포 (비대칭)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4983480"/>
            <a:ext cx="320040" cy="365760"/>
          </a:xfrm>
          <a:prstGeom prst="rightArrow">
            <a:avLst/>
          </a:prstGeom>
          <a:solidFill>
            <a:srgbClr val="5F5E5A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44805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46451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표본추출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5120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5, 30, 100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20040" cy="365760"/>
          </a:xfrm>
          <a:prstGeom prst="rightArrow">
            <a:avLst/>
          </a:prstGeom>
          <a:solidFill>
            <a:srgbClr val="5F5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448056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6451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표본평균 분포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5120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모양일까?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중심극한정리란?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모집단의 분포가 어떤 모양이든, 그 모집단에서 표본을 여러 번 뽑아 평균을 계산하면, 그 평균들의 분포는 표본 크기가 커질수록 정규분포에 가까워진다.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F1EFE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514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변하지 않는 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모집단(지수분포) 자체의 모양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56616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74904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모집단은 언제까지나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지수분포 그대로입니다.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(오른쪽 꼬리가 긴 비대칭 모양)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E1F5E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514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변하는 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3017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표본평균들의 분포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3566160"/>
            <a:ext cx="44805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5DCA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374904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 크기가 커질수록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좌우 대칭인 종 모양,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 정규분포에 가까워집니다.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결과 ① 모집단 분포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지수분포를 따르는 가상의 고객 구매 금액 데이터 (비대칭)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37360" y="1463040"/>
            <a:ext cx="86868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pic>
        <p:nvPicPr>
          <p:cNvPr id="5" name="Image 0" descr="/home/claude/clt_deck/pop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645920"/>
            <a:ext cx="8321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결과 ② 표본평균의 분포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 크기(n = 5, 30, 100)를 바꿔가며 1,000회씩 표본평균을 계산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493776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0749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지수분포(비대칭)를 따르는 모집단이어도, 표본 크기가 커질수록 표본평균의 분포는 좌우 대칭인 정규분포로 근사한다.</a:t>
            </a:r>
            <a:endParaRPr lang="en-US" sz="17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FC6DB18-20BE-4C56-B60D-8CF04AA1E7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31" t="4853" r="3677" b="14765"/>
          <a:stretch/>
        </p:blipFill>
        <p:spPr>
          <a:xfrm>
            <a:off x="640080" y="1505242"/>
            <a:ext cx="10850880" cy="31774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6E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55448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모집단(지수분포)의 모양 자체는 변하지 않는다.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51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60604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표본평균들의 분포는 표본 크기가 커질수록 정규분포에 가까워진다.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6576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동시에 표준오차(퍼짐)도 줄어들어 모평균 근처에 밀집한다.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8504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1663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원래 데이터가 정규분포가 아니어도, 표본 크기만 충분히 크다면 표본평균 기반의 통계적 추론(신뢰구간, 가설검정)에 정규분포 이론을 적용할 수 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256</Words>
  <Application>Microsoft Office PowerPoint</Application>
  <PresentationFormat>와이드스크린</PresentationFormat>
  <Paragraphs>46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최주영</cp:lastModifiedBy>
  <cp:revision>3</cp:revision>
  <dcterms:created xsi:type="dcterms:W3CDTF">2026-07-27T06:16:41Z</dcterms:created>
  <dcterms:modified xsi:type="dcterms:W3CDTF">2026-07-27T06:38:35Z</dcterms:modified>
</cp:coreProperties>
</file>