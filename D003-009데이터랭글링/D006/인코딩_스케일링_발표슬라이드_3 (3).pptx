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010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파트 · 범주형 인코딩 &amp; 수치 스케일링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인코딩·스케일링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바꾸는 순간, 조용히 틀릴 수 있다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없이 실행되지만, 결과가 틀리는 지점을 찾습니다.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apply · map · 벡터화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결과, 다른 속도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2788920"/>
          </a:xfrm>
          <a:prstGeom prst="roundRect">
            <a:avLst>
              <a:gd name="adj" fmla="val 2623"/>
            </a:avLst>
          </a:prstGeom>
          <a:solidFill>
            <a:srgbClr val="F5F6FA"/>
          </a:solidFill>
          <a:ln w="9525">
            <a:solidFill>
              <a:srgbClr val="D5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852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= {"basic":1, "silver":2, "gold":3, "vip":4}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(a) apply — 값을 하나씩 함수에 넣음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orders["score_a"] = orders["membership"]\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.apply(lambda x: weight.get(x))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(b) map — dict 치환, 가장 읽기 좋음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orders["score_b"] = orders["membership"].map(weight)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(c) 벡터화 — pandas 내장 메서드, 가장 빠름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orders["ch_clean"] = orders["channel"]\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.str.strip().str.lower()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508760" y="467258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9FB3E8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4617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5093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508760" y="5148072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6E86C4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5093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5686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508760" y="5623560"/>
            <a:ext cx="4206240" cy="274320"/>
          </a:xfrm>
          <a:prstGeom prst="roundRect">
            <a:avLst>
              <a:gd name="adj" fmla="val 13333"/>
            </a:avLst>
          </a:prstGeom>
          <a:solidFill>
            <a:srgbClr val="D64545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5568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수십~수백 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08990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데이터가 커질수록 격차는 더 벌어짐 (일러스트, 실제 데이터·환경에 따라 다름)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78040" y="1600200"/>
            <a:ext cx="4434840" cy="4023360"/>
          </a:xfrm>
          <a:prstGeom prst="roundRect">
            <a:avLst>
              <a:gd name="adj" fmla="val 1818"/>
            </a:avLst>
          </a:prstGeom>
          <a:solidFill>
            <a:srgbClr val="FCECEC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801368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01000" y="1783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조용한 오류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0" y="2286000"/>
            <a:ext cx="3794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방법 다 결과는 같습니다. 문제는 결과가 아니라 속도입니다.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apply/map은 값을 하나씩 함수에 넣어 처리하는 방식이라, 데이터가 수십만 건이 되면 벡터화보다 훨씬 느려질 수 있습니다.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에러는 없습니다. 그냥 오래 걸릴 뿐이라, "코드가 잘못됐나?"가 아니라 "원래 이렇게 오래 걸리나?"라고 착각하기 쉽습니다.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가능하면 벡터화 → 안 되면 map → 그래도 안 되면 apply 순으로 고르세요.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범주형 인코딩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카테고리를 숫자로 — 3가지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E6EA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48840" y="1600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임의 순서로 정수 1개 부여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09160" y="1600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 모델, 진짜 순서 있을 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2468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정한 순서대로 정수 부여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24688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등급·학년처럼 순서 명확할 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D9E4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375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48840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카테고리마다 0/1 컬럼 1개씩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9160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없는 카테고리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1600200"/>
            <a:ext cx="4297680" cy="3657600"/>
          </a:xfrm>
          <a:prstGeom prst="roundRect">
            <a:avLst>
              <a:gd name="adj" fmla="val 2000"/>
            </a:avLst>
          </a:prstGeom>
          <a:solidFill>
            <a:srgbClr val="FCECEC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1801368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381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조용한 오류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35240" y="22860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region(서울/부산/경기/대구)은 순서가 없는데, Label Encoding을 쓰면 0, 1, 2, 3이 그냥 붙습니다.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"대구(3)가 서울(0)보다 3배 크다"는 존재하지 않는 크기 관계를 학습할 수 있습니다.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실행은 되고, 숫자도 나옵니다. 에러가 없어서 아무도 이 가짜 관계를 눈치채지 못합니다.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정제 선행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인코딩 전에, 정제부터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3566160"/>
          </a:xfrm>
          <a:prstGeom prst="roundRect">
            <a:avLst>
              <a:gd name="adj" fmla="val 2051"/>
            </a:avLst>
          </a:prstGeom>
          <a:solidFill>
            <a:srgbClr val="F5F6FA"/>
          </a:solidFill>
          <a:ln w="9525">
            <a:solidFill>
              <a:srgbClr val="D5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= {"basic":1, "silver":2, "gold":3, "vip":4}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membership = ["silver", "basic", "VIP", "gold"]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274320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D5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2834640"/>
            <a:ext cx="274320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D5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61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membership_score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218688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3218688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616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602736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3602736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616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986784"/>
            <a:ext cx="2743200" cy="365760"/>
          </a:xfrm>
          <a:prstGeom prst="rect">
            <a:avLst/>
          </a:prstGeom>
          <a:solidFill>
            <a:srgbClr val="FCECEC"/>
          </a:solidFill>
          <a:ln w="6350">
            <a:solidFill>
              <a:srgbClr val="D5D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3986784"/>
            <a:ext cx="2743200" cy="365760"/>
          </a:xfrm>
          <a:prstGeom prst="rect">
            <a:avLst/>
          </a:prstGeom>
          <a:solidFill>
            <a:srgbClr val="FCECEC"/>
          </a:solidFill>
          <a:ln w="6350">
            <a:solidFill>
              <a:srgbClr val="D5D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867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66160" y="39867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370832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4370832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370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66160" y="4370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78040" y="1600200"/>
            <a:ext cx="4434840" cy="3566160"/>
          </a:xfrm>
          <a:prstGeom prst="roundRect">
            <a:avLst>
              <a:gd name="adj" fmla="val 2051"/>
            </a:avLst>
          </a:prstGeom>
          <a:solidFill>
            <a:srgbClr val="FCECEC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1801368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001000" y="1783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조용한 오류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0" y="2286000"/>
            <a:ext cx="3794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딕셔너리 매핑은 완전히 같은 문자열만 인식합니다.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"VIP"(대문자)는 "vip"와 달라 매칭 실패 → 조용히 NaN이 됩니다.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상태로 sum()·groupby를 하면, VIP 고객 값이 통째로 빠진 채 계산됩니다.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인코딩 전에 strip().lower()로 표기부터 통일해야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One-Hot 실습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One-Hot, 그런데 다 넣으면?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3566160"/>
          </a:xfrm>
          <a:prstGeom prst="roundRect">
            <a:avLst>
              <a:gd name="adj" fmla="val 2051"/>
            </a:avLst>
          </a:prstGeom>
          <a:solidFill>
            <a:srgbClr val="F5F6FA"/>
          </a:solidFill>
          <a:ln w="9525">
            <a:solidFill>
              <a:srgbClr val="D5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카테고리: 가전 / 식품 / 패션 (3종)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cat_가전  cat_식품  cat_패션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1         0         0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0         1         0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0         0         1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셋을 더하면 항상 1. 마지막 컬럼은 앞 두 개로 완전히 예측 가능(중복 정보).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drop_first=True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44988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카테고리 1개를 빼고, 나머지를 "기준 대비 차이"로 표현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600200"/>
            <a:ext cx="4434840" cy="3566160"/>
          </a:xfrm>
          <a:prstGeom prst="roundRect">
            <a:avLst>
              <a:gd name="adj" fmla="val 2051"/>
            </a:avLst>
          </a:prstGeom>
          <a:solidFill>
            <a:srgbClr val="FCECEC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1801368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001000" y="1783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조용한 오류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0" y="2286000"/>
            <a:ext cx="3794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컬럼을 전부 다 모델에 넣으면, 컬럼들끼리 서로 완벽하게 예측되는 관계(다중공선성)가 생깁니다.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계열 모델은 이 상태에서도 에러 없이 학습되지만, 계수가 불안정해지거나 해석이 불가능해질 수 있습니다.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트리 모델은 영향 없음. 회귀·거리 기반 모델을 쓸 때는 drop_first=True로 미리 방지해야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수치 스케일링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단위를 맞추는 3가지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E6EA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Min-Max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4028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(x-min)/(max-min)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0" y="1645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이상치에 매우 약함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E6EA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40280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(x-평균)/표준편차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514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이상치에 약함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D9E4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4028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(x-중앙값)/IQR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이상치에 강함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1645920"/>
            <a:ext cx="4297680" cy="3520440"/>
          </a:xfrm>
          <a:prstGeom prst="roundRect">
            <a:avLst>
              <a:gd name="adj" fmla="val 2078"/>
            </a:avLst>
          </a:prstGeom>
          <a:solidFill>
            <a:srgbClr val="FCECEC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1847088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3816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조용한 오류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35240" y="23317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이상치(예: 주문 80개)가 하나만 섞여도, Min-Max와 Standard는 계산 기준(min/max, 평균) 자체가 그쪽으로 끌려갑니다.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데이터가 전부 한쪽 구석으로 눌려버리는데, 히스토그램만 보면 Robust와 비슷해 보이는 착시가 생길 수 있습니다.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그래프가 아니라 표준편차 같은 숫자로 실제 퍼짐을 확인해야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fit / transform 분리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fit은 학습 데이터에서만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3566160"/>
          </a:xfrm>
          <a:prstGeom prst="roundRect">
            <a:avLst>
              <a:gd name="adj" fmla="val 2051"/>
            </a:avLst>
          </a:prstGeom>
          <a:solidFill>
            <a:srgbClr val="F5F6FA"/>
          </a:solidFill>
          <a:ln w="9525">
            <a:solidFill>
              <a:srgbClr val="D5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올바른 순서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scaler.fit(train)              # 통계량은 train에서만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train_s = scaler.transform(train)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  = scaler.transform(test)   # test는 transform만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순서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scaler.fit(train + test)   # test 정보가 미리 섞여 들어감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평균 0.0 / 표준편차 1.0  ·  test 평균 -0.022 / 표준편차 0.922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test가 조금 어긋나 있는 게 정상입니다. 딱 맞으면 오히려 누수 의심.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78040" y="1600200"/>
            <a:ext cx="4434840" cy="3566160"/>
          </a:xfrm>
          <a:prstGeom prst="roundRect">
            <a:avLst>
              <a:gd name="adj" fmla="val 2051"/>
            </a:avLst>
          </a:prstGeom>
          <a:solidFill>
            <a:srgbClr val="FCECEC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1801368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001000" y="1783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조용한 오류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0" y="2286000"/>
            <a:ext cx="3794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시점에 test(미래) 데이터의 통계값이 섞이면 데이터 누수(data leakage)가 됩니다.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실제보다 성능이 좋아 보이는 착시가 생기고, 코드는 멀쩡히 실행되어 아무 경고도 없습니다.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실전 배포 후에야 성능이 뚝 떨어지는 것으로 뒤늦게 발견됩니다.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정리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인코딩·스케일링은 "고르는 것"이다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6400800" cy="822960"/>
          </a:xfrm>
          <a:prstGeom prst="roundRect">
            <a:avLst>
              <a:gd name="adj" fmla="val 8889"/>
            </a:avLst>
          </a:prstGeom>
          <a:solidFill>
            <a:srgbClr val="2B3A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22860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카테고리에 순서가 있는가?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6400800" cy="822960"/>
          </a:xfrm>
          <a:prstGeom prst="roundRect">
            <a:avLst>
              <a:gd name="adj" fmla="val 8889"/>
            </a:avLst>
          </a:prstGeom>
          <a:solidFill>
            <a:srgbClr val="2B3A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3375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33375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분포에 이상치가 있는가?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52360" y="22860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메시지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2668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에러가 없다는 건, 맞다는 뜻이 아니다.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26680" y="379476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코드는 멈추지 않았습니다.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틀렸을 뿐입니다.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우리는 항상 물어야 합니다 —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"왜 이 결과가 맞다고 믿는가."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대결 대비 · 예상 문제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예상 문제 (1)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9525">
            <a:solidFill>
              <a:srgbClr val="D5D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829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membership_score를 apply·map·벡터화 세 방법으로 만들면 결과가 같은데, 왜 도구를 구분해서 배워야 하나요?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2514600"/>
            <a:ext cx="10424160" cy="0"/>
          </a:xfrm>
          <a:prstGeom prst="line">
            <a:avLst/>
          </a:prstGeom>
          <a:noFill/>
          <a:ln w="9525">
            <a:solidFill>
              <a:srgbClr val="D5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517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세 방법 다 값은 같지만 속도가 다릅니다. apply/map은 값을 하나씩 함수에 넣어 처리해 파이썬 반복문에 가깝고, 벡터화는 pandas 내장 연산으로 전체 컬럼을 한 번에 처리합니다. 데이터가 수십만 건 이상이 되면 이 차이가 분석 가능 시간 자체를 좌우하므로, "가능하면 벡터화 → 안 되면 map → 그래도 안 되면 apply" 순으로 선택해야 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9525">
            <a:solidFill>
              <a:srgbClr val="D5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4160520"/>
            <a:ext cx="9829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region처럼 순서가 없는 카테고리에 Label Encoding을 썼습니다. 에러 없이 잘 실행됐는데 왜 문제인가요?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4846320"/>
            <a:ext cx="10424160" cy="0"/>
          </a:xfrm>
          <a:prstGeom prst="line">
            <a:avLst/>
          </a:prstGeom>
          <a:noFill/>
          <a:ln w="9525">
            <a:solidFill>
              <a:srgbClr val="D5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983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Label Encoding은 카테고리에 임의의 정수(0,1,2,3…)를 부여할 뿐 숫자 크기에 의미를 두지 않습니다. 하지만 선형 회귀·k-NN처럼 거리·크기를 계산에 쓰는 모델은 그 숫자를 실제 크기로 해석해, "대구(3)가 서울(0)보다 3배 크다"는 존재하지 않는 관계를 학습하게 됩니다. 순서가 없는 카테고리이므로 One-Hot Encoding으로 바꿔야 안전합니다.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대결 대비 · 예상 문제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예상 문제 (2)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9525">
            <a:solidFill>
              <a:srgbClr val="D5D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829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이상치(80)가 섞인 quantity를 Min-Max로 스케일링하면서, train/test를 나누지 않고 전체 데이터로 fit 했습니다. 어떤 문제가 두 가지 겹쳐 있나요?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2514600"/>
            <a:ext cx="10424160" cy="0"/>
          </a:xfrm>
          <a:prstGeom prst="line">
            <a:avLst/>
          </a:prstGeom>
          <a:noFill/>
          <a:ln w="9525">
            <a:solidFill>
              <a:srgbClr val="D5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517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① 스케일링 문제: Min-Max는 최솟값·최댓값을 기준으로 삼기 때문에 이상치(80)에 전체 스케일이 끌려가, 정상 데이터가 0 근처로 다 뭉쳐버립니다. 이상치가 있을 땐 중앙값·IQR을 쓰는 Robust Scaler가 더 안전합니다.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검증 문제: train+test 전체로 fit하면 test(미래) 데이터의 정보가 통계값 계산에 섞여 데이터 누수가 됩니다. fit은 train에만, test는 transform만 적용해야 합니다.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1233</Words>
  <Application>Microsoft Office PowerPoint</Application>
  <PresentationFormat>와이드스크린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최주영</cp:lastModifiedBy>
  <cp:revision>2</cp:revision>
  <dcterms:created xsi:type="dcterms:W3CDTF">2026-07-15T05:07:12Z</dcterms:created>
  <dcterms:modified xsi:type="dcterms:W3CDTF">2026-07-15T05:42:26Z</dcterms:modified>
</cp:coreProperties>
</file>