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비료가 가장 효과적일까?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분산분석(ANOVA)과 Tukey's HSD 사후분석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종류의 비료(A, B, C), 각 10개 밭에 적용한 수확량 비교 실험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5 · 미니 프로젝트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순서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202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설명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0240" y="2240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ANOVA와 Tukey's HSD가 무엇이고 왜 필요한가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데이터에 적용한 코드와 실행 결과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805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2024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풀이 정리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49834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결론과 비료 추천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개념 설명 — ANOVA란?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분산분석(Analysis of Variance): 3개 이상 그룹의 평균이 모두 같은지 한 번에 검정하는 방법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H₀: 모든 그룹의 평균이 같다.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H₁: 적어도 하나 이상의 그룹은 평균이 다르다.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t-검정을 여러 번 반복하면 안 될까?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A-B, A-C, B-C를 각각 t-검정하면 비교할 때마다 우연히 유의미하게 나올 확률이 누적되어(다중비교 문제),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전체적으로 잘못된 결론(1종 오류)을 낼 위험이 커집니다. ANOVA는 이를 한 번에, 안전하게 검정합니다.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80060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F-통계량 = 그룹 간 분산 ÷ 그룹 내 분산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간 차이가 크고, 그룹 내 변동이 작을수록 F값이 커집니다.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F값이 클수록 "그룹 간 차이가 우연이 아니다"라는 증거가 강해집니다.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개념 설명 — Tukey's HSD란?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 Significant Difference: ANOVA 이후, 어느 그룹 쌍이 실제로 다른지 찾아내는 사후분석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ANOVA가 알려주는 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"적어도 하나는 다르다"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A-B가 다른지,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A-C가 다른지,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B-C가 다른지는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알려주지 않습니다.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Tukey's HSD가 알려주는 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쌍(A-B, A-C, B-C)을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하나씩 비교하면서도,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다중비교로 인한 오류 팽창을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통계적으로 보정해 줍니다.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어느 쌍이 유의미하게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다른지 정확히 짚어줍니다.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코드 리뷰 — Q1. ANOVA 수행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881360" cy="2286000"/>
          </a:xfrm>
          <a:prstGeom prst="roundRect">
            <a:avLst>
              <a:gd name="adj" fmla="val 2400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16152"/>
            <a:ext cx="104241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f_stat, p_value = stats.f_oneway(fertilizer_a, fertilizer_b, fertilizer_c)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print(f"F-통계량: {f_stat:.4f}")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print(f"p-값: {p_value:.6f}")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f_oneway()에 그룹을 나란히 넣으면 F-통계량과 p-값을 바로 계산해 줍니다.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F-통계량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10.35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09360" y="402336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4526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0.000462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5623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623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p-값(0.000462) &lt; 유의수준(0.05) → H₀ 기각 → 적어도 하나의 비료는 평균이 다릅니다.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코드 리뷰 — Q2. Tukey's HSD 사후분석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1E1E1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70432"/>
            <a:ext cx="1042416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statsmodels.stats.multicomp import pairwise_tukeyhsd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tukey_result = pairwise_tukeyhsd(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endog=df['수확량'], groups=df['비료종류'], alpha=0.05)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print(tukey_result)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3017520"/>
            <a:ext cx="960120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평균차이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p-adj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3474720"/>
            <a:ext cx="9601200" cy="594360"/>
          </a:xfrm>
          <a:prstGeom prst="rect">
            <a:avLst/>
          </a:prstGeom>
          <a:solidFill>
            <a:srgbClr val="F1EFE8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vs 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+23.68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0" y="34747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유의미 (B &gt; 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80160" y="4069080"/>
            <a:ext cx="9601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vs 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0.6569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4069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유의미하지 않음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4663440"/>
            <a:ext cx="9601200" cy="594360"/>
          </a:xfrm>
          <a:prstGeom prst="rect">
            <a:avLst/>
          </a:prstGeom>
          <a:solidFill>
            <a:srgbClr val="F1EFE8"/>
          </a:solidFill>
          <a:ln w="6350">
            <a:solidFill>
              <a:srgbClr val="DEDC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4663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vs 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-18.83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4663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4663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유의미 (B &gt; C)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1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48640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비료가 A, C보다 통계적으로 유의미하게 수확량이 높습니다. (A-C는 유의미한 차이 없음)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코드 리뷰 — Q3~Q4. 시뮬레이션으로 검증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H₀(세 비료 효과 동일)가 참이라면, F-통계량은 어떻게 분포할까? (5,000회 반복)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492240" cy="23774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603504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pooled_mean = df['수확량'].mean()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pooled_std  = df['수확량'].std(ddof=1)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range(5000):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sim_a = np.random.normal(pooled_mean,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pooled_std, size=10)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 # sim_b, sim_c 동일 생성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sim_f, _ = stats.f_oneway(sim_a, sim_b, sim_c)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64922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pic>
        <p:nvPicPr>
          <p:cNvPr id="7" name="Image 0" descr="/home/claude/anova_deck/f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69080"/>
            <a:ext cx="612648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0" y="1371600"/>
            <a:ext cx="4114800" cy="4754880"/>
          </a:xfrm>
          <a:prstGeom prst="roundRect">
            <a:avLst>
              <a:gd name="adj" fmla="val 2222"/>
            </a:avLst>
          </a:prstGeom>
          <a:solidFill>
            <a:srgbClr val="E1F5EE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아이디어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35240" y="21031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만약 세 비료가 정말 효과가 같다면(H₀), 전체 데이터를 하나의 모집단으로 보고 무작위로 10개씩 3그룹을 뽑아도 비슷한 F값이 나와야 합니다.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635240" y="3657600"/>
            <a:ext cx="3474720" cy="0"/>
          </a:xfrm>
          <a:prstGeom prst="line">
            <a:avLst/>
          </a:prstGeom>
          <a:noFill/>
          <a:ln w="12700">
            <a:solidFill>
              <a:srgbClr val="9FCB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384048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F-통계량(10.35)은 이 분포에서 매우 드문 오른쪽 극단에 위치 → 우연이라 보기 어려움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문제 풀이 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ANOVA 결과, 세 비료의 평균 수확량은 유의미하게 다릅니다 (F=10.35, p=0.000462).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060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Tukey's HSD 결과, B 비료가 A·C보다 통계적으로 유의미하게 높은 수확량을 보였습니다.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시뮬레이션으로 확인한 결과, 이 F값은 우연히 나올 가능성이 매우 낮은 값이었습니다.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850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연구소에는 B 비료를 도입하는 것을 추천합니다.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(단, 그룹별 표본 크기(n=10)가 작아 표본을 늘려 재검증하는 것이 바람직합니다.)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2026-07-28T06:12:24Z</dcterms:created>
  <dcterms:modified xsi:type="dcterms:W3CDTF">2026-07-28T06:12:24Z</dcterms:modified>
</cp:coreProperties>
</file>